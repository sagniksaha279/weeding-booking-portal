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2C1F"/>
    <a:srgbClr val="FDF8F3"/>
    <a:srgbClr val="DF90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22:50:57.16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6533.36328"/>
      <inkml:brushProperty name="anchorY" value="-19490.95898"/>
      <inkml:brushProperty name="scaleFactor" value="0.5"/>
    </inkml:brush>
  </inkml:definitions>
  <inkml:trace contextRef="#ctx0" brushRef="#br0">1 0 24575,'0'0'0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image" Target="../media/image2.png"/><Relationship Id="rId7" Type="http://schemas.openxmlformats.org/officeDocument/2006/relationships/slide" Target="slide6.xml"/><Relationship Id="rId2" Type="http://schemas.openxmlformats.org/officeDocument/2006/relationships/slide" Target="slide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11" Type="http://schemas.openxmlformats.org/officeDocument/2006/relationships/slide" Target="slide9.xml"/><Relationship Id="rId5" Type="http://schemas.openxmlformats.org/officeDocument/2006/relationships/slide" Target="slide4.xml"/><Relationship Id="rId10" Type="http://schemas.openxmlformats.org/officeDocument/2006/relationships/slide" Target="slide11.xml"/><Relationship Id="rId4" Type="http://schemas.openxmlformats.org/officeDocument/2006/relationships/slide" Target="slide3.xml"/><Relationship Id="rId9" Type="http://schemas.openxmlformats.org/officeDocument/2006/relationships/slide" Target="slide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eeding-chapter.vercel.app/book" TargetMode="External"/><Relationship Id="rId13" Type="http://schemas.openxmlformats.org/officeDocument/2006/relationships/image" Target="../media/image14.png"/><Relationship Id="rId3" Type="http://schemas.openxmlformats.org/officeDocument/2006/relationships/hyperlink" Target="https://weeding-chapter.vercel.app/" TargetMode="External"/><Relationship Id="rId7" Type="http://schemas.openxmlformats.org/officeDocument/2006/relationships/image" Target="../media/image11.png"/><Relationship Id="rId12" Type="http://schemas.openxmlformats.org/officeDocument/2006/relationships/hyperlink" Target="https://weeding-chapter.vercel.app/admin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eeding-chapter.vercel.app/vendors" TargetMode="External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openxmlformats.org/officeDocument/2006/relationships/hyperlink" Target="https://weeding-chapter.vercel.app/dashboard" TargetMode="External"/><Relationship Id="rId4" Type="http://schemas.openxmlformats.org/officeDocument/2006/relationships/image" Target="../media/image9.png"/><Relationship Id="rId9" Type="http://schemas.openxmlformats.org/officeDocument/2006/relationships/image" Target="../media/image12.png"/><Relationship Id="rId14" Type="http://schemas.openxmlformats.org/officeDocument/2006/relationships/hyperlink" Target="https://weeding-chapter.vercel.app/guests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eeding-chapter.vercel.app/" TargetMode="Externa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.png"/>
          <p:cNvPicPr>
            <a:picLocks noChangeAspect="1"/>
          </p:cNvPicPr>
          <p:nvPr/>
        </p:nvPicPr>
        <p:blipFill rotWithShape="1">
          <a:blip r:embed="rId2"/>
          <a:srcRect r="32866" b="32157"/>
          <a:stretch/>
        </p:blipFill>
        <p:spPr>
          <a:xfrm>
            <a:off x="0" y="0"/>
            <a:ext cx="12191999" cy="69306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.png">
            <a:hlinkClick r:id="rId2" action="ppaction://hlinksldjump"/>
          </p:cNvPr>
          <p:cNvPicPr>
            <a:picLocks noChangeAspect="1"/>
          </p:cNvPicPr>
          <p:nvPr/>
        </p:nvPicPr>
        <p:blipFill rotWithShape="1">
          <a:blip r:embed="rId3"/>
          <a:srcRect r="33013" b="32026"/>
          <a:stretch/>
        </p:blipFill>
        <p:spPr>
          <a:xfrm>
            <a:off x="0" y="0"/>
            <a:ext cx="12192000" cy="6959210"/>
          </a:xfrm>
          <a:prstGeom prst="rect">
            <a:avLst/>
          </a:prstGeom>
          <a:ln>
            <a:noFill/>
          </a:ln>
        </p:spPr>
      </p:pic>
      <p:sp>
        <p:nvSpPr>
          <p:cNvPr id="3" name="Rectangle 2">
            <a:hlinkClick r:id="rId4" action="ppaction://hlinksldjump"/>
            <a:extLst>
              <a:ext uri="{FF2B5EF4-FFF2-40B4-BE49-F238E27FC236}">
                <a16:creationId xmlns:a16="http://schemas.microsoft.com/office/drawing/2014/main" id="{DBE6B4D5-5399-0030-4108-C31B94AEBFEC}"/>
              </a:ext>
            </a:extLst>
          </p:cNvPr>
          <p:cNvSpPr/>
          <p:nvPr/>
        </p:nvSpPr>
        <p:spPr>
          <a:xfrm>
            <a:off x="766916" y="2271252"/>
            <a:ext cx="2163097" cy="3146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hlinkClick r:id="rId5" action="ppaction://hlinksldjump"/>
            <a:extLst>
              <a:ext uri="{FF2B5EF4-FFF2-40B4-BE49-F238E27FC236}">
                <a16:creationId xmlns:a16="http://schemas.microsoft.com/office/drawing/2014/main" id="{5CA618A3-FA8C-23D2-027B-9D2C17D77E0B}"/>
              </a:ext>
            </a:extLst>
          </p:cNvPr>
          <p:cNvSpPr/>
          <p:nvPr/>
        </p:nvSpPr>
        <p:spPr>
          <a:xfrm>
            <a:off x="766916" y="2585884"/>
            <a:ext cx="1956619" cy="3146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hlinkClick r:id="rId6" action="ppaction://hlinksldjump"/>
            <a:extLst>
              <a:ext uri="{FF2B5EF4-FFF2-40B4-BE49-F238E27FC236}">
                <a16:creationId xmlns:a16="http://schemas.microsoft.com/office/drawing/2014/main" id="{D799C585-C5F0-3249-C621-62DE08601D9F}"/>
              </a:ext>
            </a:extLst>
          </p:cNvPr>
          <p:cNvSpPr/>
          <p:nvPr/>
        </p:nvSpPr>
        <p:spPr>
          <a:xfrm>
            <a:off x="766916" y="2900516"/>
            <a:ext cx="2772697" cy="3146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hlinkClick r:id="rId7" action="ppaction://hlinksldjump"/>
            <a:extLst>
              <a:ext uri="{FF2B5EF4-FFF2-40B4-BE49-F238E27FC236}">
                <a16:creationId xmlns:a16="http://schemas.microsoft.com/office/drawing/2014/main" id="{9B66E69E-CBCF-A1BA-BB08-2557025DD6D8}"/>
              </a:ext>
            </a:extLst>
          </p:cNvPr>
          <p:cNvSpPr/>
          <p:nvPr/>
        </p:nvSpPr>
        <p:spPr>
          <a:xfrm>
            <a:off x="766916" y="3292793"/>
            <a:ext cx="2359742" cy="1868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890186-F852-F7ED-0EEE-1466676522AA}"/>
              </a:ext>
            </a:extLst>
          </p:cNvPr>
          <p:cNvSpPr/>
          <p:nvPr/>
        </p:nvSpPr>
        <p:spPr>
          <a:xfrm>
            <a:off x="766916" y="3652178"/>
            <a:ext cx="2084439" cy="1868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hlinkClick r:id="rId8" action="ppaction://hlinksldjump"/>
            <a:extLst>
              <a:ext uri="{FF2B5EF4-FFF2-40B4-BE49-F238E27FC236}">
                <a16:creationId xmlns:a16="http://schemas.microsoft.com/office/drawing/2014/main" id="{AB719532-4458-D502-780C-3CA517CB0CF4}"/>
              </a:ext>
            </a:extLst>
          </p:cNvPr>
          <p:cNvSpPr/>
          <p:nvPr/>
        </p:nvSpPr>
        <p:spPr>
          <a:xfrm>
            <a:off x="737419" y="3946702"/>
            <a:ext cx="2084439" cy="1868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hlinkClick r:id="rId9" action="ppaction://hlinksldjump"/>
            <a:extLst>
              <a:ext uri="{FF2B5EF4-FFF2-40B4-BE49-F238E27FC236}">
                <a16:creationId xmlns:a16="http://schemas.microsoft.com/office/drawing/2014/main" id="{39A71DC5-3A4E-AA84-274B-59DF293838BD}"/>
              </a:ext>
            </a:extLst>
          </p:cNvPr>
          <p:cNvSpPr/>
          <p:nvPr/>
        </p:nvSpPr>
        <p:spPr>
          <a:xfrm>
            <a:off x="737418" y="4664520"/>
            <a:ext cx="2084439" cy="1868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hlinkClick r:id="rId10" action="ppaction://hlinksldjump"/>
            <a:extLst>
              <a:ext uri="{FF2B5EF4-FFF2-40B4-BE49-F238E27FC236}">
                <a16:creationId xmlns:a16="http://schemas.microsoft.com/office/drawing/2014/main" id="{5D30AEC6-26DD-889B-138E-666DE6980CB1}"/>
              </a:ext>
            </a:extLst>
          </p:cNvPr>
          <p:cNvSpPr/>
          <p:nvPr/>
        </p:nvSpPr>
        <p:spPr>
          <a:xfrm>
            <a:off x="766917" y="4995484"/>
            <a:ext cx="1150374" cy="16294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hlinkClick r:id="rId11" action="ppaction://hlinksldjump"/>
            <a:extLst>
              <a:ext uri="{FF2B5EF4-FFF2-40B4-BE49-F238E27FC236}">
                <a16:creationId xmlns:a16="http://schemas.microsoft.com/office/drawing/2014/main" id="{DD9DC0B6-F13B-73FC-23B3-3AA4F73DEDE0}"/>
              </a:ext>
            </a:extLst>
          </p:cNvPr>
          <p:cNvSpPr/>
          <p:nvPr/>
        </p:nvSpPr>
        <p:spPr>
          <a:xfrm>
            <a:off x="703005" y="4333555"/>
            <a:ext cx="2084439" cy="1868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.png"/>
          <p:cNvPicPr>
            <a:picLocks noChangeAspect="1"/>
          </p:cNvPicPr>
          <p:nvPr/>
        </p:nvPicPr>
        <p:blipFill rotWithShape="1">
          <a:blip r:embed="rId2"/>
          <a:srcRect r="33749" b="33726"/>
          <a:stretch/>
        </p:blipFill>
        <p:spPr>
          <a:xfrm>
            <a:off x="0" y="-1"/>
            <a:ext cx="12191999" cy="68605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3.png"/>
          <p:cNvPicPr>
            <a:picLocks noChangeAspect="1"/>
          </p:cNvPicPr>
          <p:nvPr/>
        </p:nvPicPr>
        <p:blipFill rotWithShape="1">
          <a:blip r:embed="rId2"/>
          <a:srcRect r="33307" b="34379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4.png"/>
          <p:cNvPicPr>
            <a:picLocks noChangeAspect="1"/>
          </p:cNvPicPr>
          <p:nvPr/>
        </p:nvPicPr>
        <p:blipFill rotWithShape="1">
          <a:blip r:embed="rId2"/>
          <a:srcRect r="33454" b="33333"/>
          <a:stretch/>
        </p:blipFill>
        <p:spPr>
          <a:xfrm>
            <a:off x="0" y="0"/>
            <a:ext cx="12192000" cy="68706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5.png"/>
          <p:cNvPicPr>
            <a:picLocks noChangeAspect="1"/>
          </p:cNvPicPr>
          <p:nvPr/>
        </p:nvPicPr>
        <p:blipFill rotWithShape="1">
          <a:blip r:embed="rId2"/>
          <a:srcRect r="33234" b="32810"/>
          <a:stretch/>
        </p:blipFill>
        <p:spPr>
          <a:xfrm>
            <a:off x="0" y="0"/>
            <a:ext cx="12192000" cy="69016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6.png"/>
          <p:cNvPicPr>
            <a:picLocks noChangeAspect="1"/>
          </p:cNvPicPr>
          <p:nvPr/>
        </p:nvPicPr>
        <p:blipFill rotWithShape="1">
          <a:blip r:embed="rId2"/>
          <a:srcRect r="33160" b="33464"/>
          <a:stretch/>
        </p:blipFill>
        <p:spPr>
          <a:xfrm>
            <a:off x="0" y="0"/>
            <a:ext cx="12191999" cy="68269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7.png"/>
          <p:cNvPicPr>
            <a:picLocks noChangeAspect="1"/>
          </p:cNvPicPr>
          <p:nvPr/>
        </p:nvPicPr>
        <p:blipFill rotWithShape="1">
          <a:blip r:embed="rId2"/>
          <a:srcRect r="33160" b="33595"/>
          <a:stretch/>
        </p:blipFill>
        <p:spPr>
          <a:xfrm>
            <a:off x="0" y="0"/>
            <a:ext cx="12271499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C898CEF-43F4-7214-4662-154831FA0C7A}"/>
              </a:ext>
            </a:extLst>
          </p:cNvPr>
          <p:cNvSpPr/>
          <p:nvPr/>
        </p:nvSpPr>
        <p:spPr>
          <a:xfrm>
            <a:off x="540774" y="1160206"/>
            <a:ext cx="3500284" cy="22687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hlinkClick r:id="rId3"/>
            <a:extLst>
              <a:ext uri="{FF2B5EF4-FFF2-40B4-BE49-F238E27FC236}">
                <a16:creationId xmlns:a16="http://schemas.microsoft.com/office/drawing/2014/main" id="{8F816FDE-EC40-CCB0-6829-9EF830B9C92B}"/>
              </a:ext>
            </a:extLst>
          </p:cNvPr>
          <p:cNvSpPr/>
          <p:nvPr/>
        </p:nvSpPr>
        <p:spPr>
          <a:xfrm>
            <a:off x="540774" y="1160206"/>
            <a:ext cx="3500284" cy="22687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F1C761-E2CD-CD08-E964-C28A760A06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3342" y="1288025"/>
            <a:ext cx="3224981" cy="14256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E8A4C8-042F-5EDC-90F4-7E64CE939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161" y="1288026"/>
            <a:ext cx="3229510" cy="1382282"/>
          </a:xfrm>
          <a:prstGeom prst="rect">
            <a:avLst/>
          </a:prstGeom>
        </p:spPr>
      </p:pic>
      <p:sp>
        <p:nvSpPr>
          <p:cNvPr id="10" name="Rectangle 9">
            <a:hlinkClick r:id="rId6"/>
            <a:extLst>
              <a:ext uri="{FF2B5EF4-FFF2-40B4-BE49-F238E27FC236}">
                <a16:creationId xmlns:a16="http://schemas.microsoft.com/office/drawing/2014/main" id="{DC92F918-4734-6E4C-77D8-68180D0626C2}"/>
              </a:ext>
            </a:extLst>
          </p:cNvPr>
          <p:cNvSpPr/>
          <p:nvPr/>
        </p:nvSpPr>
        <p:spPr>
          <a:xfrm>
            <a:off x="4385187" y="1160206"/>
            <a:ext cx="3500284" cy="22687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AA8617F-4A4F-020E-5791-347F206A3E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8803" y="1278195"/>
            <a:ext cx="3166700" cy="1382282"/>
          </a:xfrm>
          <a:prstGeom prst="rect">
            <a:avLst/>
          </a:prstGeom>
        </p:spPr>
      </p:pic>
      <p:sp>
        <p:nvSpPr>
          <p:cNvPr id="15" name="Rectangle 14">
            <a:hlinkClick r:id="rId8"/>
            <a:extLst>
              <a:ext uri="{FF2B5EF4-FFF2-40B4-BE49-F238E27FC236}">
                <a16:creationId xmlns:a16="http://schemas.microsoft.com/office/drawing/2014/main" id="{6A85E9D0-E393-4E7A-6E9E-3DEEAFA10EA0}"/>
              </a:ext>
            </a:extLst>
          </p:cNvPr>
          <p:cNvSpPr/>
          <p:nvPr/>
        </p:nvSpPr>
        <p:spPr>
          <a:xfrm>
            <a:off x="8219768" y="1160206"/>
            <a:ext cx="3500284" cy="22687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5418507-F355-CBEA-19B2-92486B3D56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161" y="3657599"/>
            <a:ext cx="3229510" cy="1366685"/>
          </a:xfrm>
          <a:prstGeom prst="rect">
            <a:avLst/>
          </a:prstGeom>
        </p:spPr>
      </p:pic>
      <p:sp>
        <p:nvSpPr>
          <p:cNvPr id="18" name="Rectangle 17">
            <a:hlinkClick r:id="rId10"/>
            <a:extLst>
              <a:ext uri="{FF2B5EF4-FFF2-40B4-BE49-F238E27FC236}">
                <a16:creationId xmlns:a16="http://schemas.microsoft.com/office/drawing/2014/main" id="{B27D752A-A8A9-4D46-173E-ABD2C7D78072}"/>
              </a:ext>
            </a:extLst>
          </p:cNvPr>
          <p:cNvSpPr/>
          <p:nvPr/>
        </p:nvSpPr>
        <p:spPr>
          <a:xfrm>
            <a:off x="540774" y="3539613"/>
            <a:ext cx="3500284" cy="22687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2068F6E-2100-DC6F-D5F4-9AC19A985B8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33507" y="3667431"/>
            <a:ext cx="3184816" cy="1366685"/>
          </a:xfrm>
          <a:prstGeom prst="rect">
            <a:avLst/>
          </a:prstGeom>
        </p:spPr>
      </p:pic>
      <p:sp>
        <p:nvSpPr>
          <p:cNvPr id="21" name="Rectangle 20">
            <a:hlinkClick r:id="rId3"/>
            <a:extLst>
              <a:ext uri="{FF2B5EF4-FFF2-40B4-BE49-F238E27FC236}">
                <a16:creationId xmlns:a16="http://schemas.microsoft.com/office/drawing/2014/main" id="{1A568B80-B418-F0D1-081B-0C982FEDF3F6}"/>
              </a:ext>
            </a:extLst>
          </p:cNvPr>
          <p:cNvSpPr/>
          <p:nvPr/>
        </p:nvSpPr>
        <p:spPr>
          <a:xfrm>
            <a:off x="540775" y="5926393"/>
            <a:ext cx="11179278" cy="416642"/>
          </a:xfrm>
          <a:prstGeom prst="rect">
            <a:avLst/>
          </a:prstGeom>
          <a:solidFill>
            <a:srgbClr val="3D2C1F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25400"/>
          </a:effectLst>
          <a:scene3d>
            <a:camera prst="orthographicFront"/>
            <a:lightRig rig="threePt" dir="t"/>
          </a:scene3d>
          <a:sp3d>
            <a:bevelT w="6350" h="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ptos" panose="020B0004020202020204" pitchFamily="34" charset="0"/>
                <a:ea typeface="Cambria Math" panose="02040503050406030204" pitchFamily="18" charset="0"/>
              </a:rPr>
              <a:t>Live Demo </a:t>
            </a:r>
            <a:r>
              <a:rPr lang="en-IN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 https://weeding-chapter.vercel.app</a:t>
            </a:r>
          </a:p>
        </p:txBody>
      </p:sp>
      <p:sp>
        <p:nvSpPr>
          <p:cNvPr id="23" name="Rectangle 22">
            <a:hlinkClick r:id="rId12"/>
            <a:extLst>
              <a:ext uri="{FF2B5EF4-FFF2-40B4-BE49-F238E27FC236}">
                <a16:creationId xmlns:a16="http://schemas.microsoft.com/office/drawing/2014/main" id="{B41CF31D-11B5-8A8E-9987-08652DA74E1E}"/>
              </a:ext>
            </a:extLst>
          </p:cNvPr>
          <p:cNvSpPr/>
          <p:nvPr/>
        </p:nvSpPr>
        <p:spPr>
          <a:xfrm>
            <a:off x="4385187" y="3539613"/>
            <a:ext cx="3500284" cy="226879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6DAFAE5-83C0-DE6E-9ED1-DAE6EF03916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68803" y="3667431"/>
            <a:ext cx="3176532" cy="1390983"/>
          </a:xfrm>
          <a:prstGeom prst="rect">
            <a:avLst/>
          </a:prstGeom>
        </p:spPr>
      </p:pic>
      <p:sp>
        <p:nvSpPr>
          <p:cNvPr id="26" name="Rectangle 25">
            <a:hlinkClick r:id="rId14"/>
            <a:extLst>
              <a:ext uri="{FF2B5EF4-FFF2-40B4-BE49-F238E27FC236}">
                <a16:creationId xmlns:a16="http://schemas.microsoft.com/office/drawing/2014/main" id="{C4DC9C7A-9CA1-7802-1C42-0F9EDE2672F3}"/>
              </a:ext>
            </a:extLst>
          </p:cNvPr>
          <p:cNvSpPr/>
          <p:nvPr/>
        </p:nvSpPr>
        <p:spPr>
          <a:xfrm>
            <a:off x="8219768" y="3539613"/>
            <a:ext cx="3500284" cy="22687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hlinkClick r:id="rId3"/>
            <a:extLst>
              <a:ext uri="{FF2B5EF4-FFF2-40B4-BE49-F238E27FC236}">
                <a16:creationId xmlns:a16="http://schemas.microsoft.com/office/drawing/2014/main" id="{1A7C2B09-89AF-2819-F9AE-98E3BC454F5C}"/>
              </a:ext>
            </a:extLst>
          </p:cNvPr>
          <p:cNvSpPr/>
          <p:nvPr/>
        </p:nvSpPr>
        <p:spPr>
          <a:xfrm>
            <a:off x="540775" y="1160206"/>
            <a:ext cx="3510115" cy="226142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8.png"/>
          <p:cNvPicPr>
            <a:picLocks noChangeAspect="1"/>
          </p:cNvPicPr>
          <p:nvPr/>
        </p:nvPicPr>
        <p:blipFill rotWithShape="1">
          <a:blip r:embed="rId2"/>
          <a:srcRect r="32940" b="33726"/>
          <a:stretch/>
        </p:blipFill>
        <p:spPr>
          <a:xfrm>
            <a:off x="0" y="-1"/>
            <a:ext cx="12191999" cy="677778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9.png"/>
          <p:cNvPicPr>
            <a:picLocks noChangeAspect="1"/>
          </p:cNvPicPr>
          <p:nvPr/>
        </p:nvPicPr>
        <p:blipFill rotWithShape="1">
          <a:blip r:embed="rId2"/>
          <a:srcRect r="33307" b="33595"/>
          <a:stretch/>
        </p:blipFill>
        <p:spPr>
          <a:xfrm>
            <a:off x="0" y="0"/>
            <a:ext cx="12191999" cy="68285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49681-39E6-C33C-20FC-7AFB5C1B04F4}"/>
              </a:ext>
            </a:extLst>
          </p:cNvPr>
          <p:cNvSpPr/>
          <p:nvPr/>
        </p:nvSpPr>
        <p:spPr>
          <a:xfrm>
            <a:off x="5265174" y="5073445"/>
            <a:ext cx="1661652" cy="786580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 descr="slide_10.png"/>
          <p:cNvPicPr>
            <a:picLocks noChangeAspect="1"/>
          </p:cNvPicPr>
          <p:nvPr/>
        </p:nvPicPr>
        <p:blipFill rotWithShape="1">
          <a:blip r:embed="rId2"/>
          <a:srcRect r="32719" b="32810"/>
          <a:stretch/>
        </p:blipFill>
        <p:spPr>
          <a:xfrm>
            <a:off x="1" y="0"/>
            <a:ext cx="12191999" cy="684883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A376375-02CF-F7BD-957E-FBD5BDDEF05F}"/>
                  </a:ext>
                </a:extLst>
              </p14:cNvPr>
              <p14:cNvContentPartPr/>
              <p14:nvPr/>
            </p14:nvContentPartPr>
            <p14:xfrm>
              <a:off x="3047690" y="2015710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A376375-02CF-F7BD-957E-FBD5BDDEF0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39050" y="200671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5B111EED-A3B3-26F3-9D5D-E25E75FB2889}"/>
              </a:ext>
            </a:extLst>
          </p:cNvPr>
          <p:cNvSpPr txBox="1"/>
          <p:nvPr/>
        </p:nvSpPr>
        <p:spPr>
          <a:xfrm>
            <a:off x="4139381" y="4693841"/>
            <a:ext cx="4522839" cy="1545787"/>
          </a:xfrm>
          <a:prstGeom prst="rect">
            <a:avLst/>
          </a:prstGeom>
          <a:solidFill>
            <a:srgbClr val="FDF8F3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FB0C8A1-015D-D75D-946B-4B04EEF567AB}"/>
              </a:ext>
            </a:extLst>
          </p:cNvPr>
          <p:cNvSpPr/>
          <p:nvPr/>
        </p:nvSpPr>
        <p:spPr>
          <a:xfrm>
            <a:off x="3910780" y="4886632"/>
            <a:ext cx="4370439" cy="37362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u="sng" dirty="0">
                <a:solidFill>
                  <a:srgbClr val="3D2C1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https://weeding-chapter.vercel.app</a:t>
            </a:r>
            <a:endParaRPr lang="en-IN" sz="1400" u="sng" dirty="0">
              <a:solidFill>
                <a:srgbClr val="3D2C1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4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17</Words>
  <Application>Microsoft Office PowerPoint</Application>
  <PresentationFormat>Widescreen</PresentationFormat>
  <Paragraphs>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Sagnik Saha</dc:creator>
  <cp:keywords>GodFather</cp:keywords>
  <dc:description>generated using python-pptx</dc:description>
  <cp:lastModifiedBy>Sagnik Saha</cp:lastModifiedBy>
  <cp:revision>4</cp:revision>
  <dcterms:created xsi:type="dcterms:W3CDTF">2013-01-27T09:14:16Z</dcterms:created>
  <dcterms:modified xsi:type="dcterms:W3CDTF">2026-04-03T23:07:34Z</dcterms:modified>
  <cp:category/>
</cp:coreProperties>
</file>